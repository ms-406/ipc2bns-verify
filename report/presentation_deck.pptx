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IPC2BNS-Verify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Constraint-Verified, Incrementally Refreshable RAG Architecture</a:t>
            </a:r>
          </a:p>
          <a:p>
            <a:r>
              <a:t>Indian Statutory Transitions (IPC 1860 -&gt; BNS 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Master Ablation Results (Explicit N Counts)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Stage 1 (Baseline LLM): 35.3% (6/17, N=17) Citation Accuracy</a:t>
            </a:r>
          </a:p>
          <a:p>
            <a:r>
              <a:t>Stage 2 (+BM25 RAG Context): 70.6% (12/17, N=17) Citation Accuracy (+35.3% gain)</a:t>
            </a:r>
          </a:p>
          <a:p>
            <a:r>
              <a:t>Stage 3 (+Hard Verifier): 100.0% (6/6) Catch Rate, 0.0% (0/4) FPR (N=10)</a:t>
            </a:r>
          </a:p>
          <a:p>
            <a:r>
              <a:t>Stage 4 (+Refresh Adaptivity): +66.7% Delta (1/3 -&gt; 3/3, N=3) on newly gazetted amendments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Discoveries &amp; Human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Human-Verifier Calibration: Cohen's Kappa k = 0.93 (near-perfect agreement)</a:t>
            </a:r>
          </a:p>
          <a:p>
            <a:r>
              <a:t>Novel Failure Mode Gated: Right section, wrong question (Layer 2.5 Query-Intent Alignment)</a:t>
            </a:r>
          </a:p>
          <a:p>
            <a:r>
              <a:t>Verification Latency: Sub-millisecond (&lt; 0.5 ms) overhead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