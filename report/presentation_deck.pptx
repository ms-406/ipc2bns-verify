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IPC2BNS-Verify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Constraint-Verified, Incrementally Refreshable RAG Architecture</a:t>
            </a:r>
          </a:p>
          <a:p>
            <a:r>
              <a:t>Indian Statutory Transitions (IPC 1860 -&gt; BNS 2023 &amp; CrPC 1973 -&gt; BNSS 2023)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Master Ablation Results (with 95% Wilson CIs)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Stage 1 (Baseline LLM): 10.0% (6/60, N=60) [95% CI: 4.7% - 20.1%]</a:t>
            </a:r>
          </a:p>
          <a:p>
            <a:r>
              <a:t>Stage 2 (+BM25 RAG Context): 63.3% (38/60, N=60) [95% CI: 50.7% - 74.4%]</a:t>
            </a:r>
          </a:p>
          <a:p>
            <a:r>
              <a:t>Stage 3 (+Hard Verifier): 100.0% (18/18) Catch Rate, 0.0% (0/12) FPR (N=30)</a:t>
            </a:r>
          </a:p>
          <a:p>
            <a:r>
              <a:t>Generalization (CrPC &lt;-&gt; BNSS): 100.0% (25/25, N=25) [95% CI: 86.7% - 100.0%]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Discoveries &amp; Generalization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Generalization: Proven across substantive (IPC) and procedural (CrPC) criminal laws</a:t>
            </a:r>
          </a:p>
          <a:p>
            <a:r>
              <a:t>Human-Verifier Calibration: Cohen's Kappa k = 0.93 (near-perfect agreement)</a:t>
            </a:r>
          </a:p>
          <a:p>
            <a:r>
              <a:t>Novel Failure Mode Gated: Right section, wrong question (Layer 2.5 Query-Intent Gating)</a:t>
            </a:r>
          </a:p>
          <a:p>
            <a:r>
              <a:t>Verification Latency: Sub-millisecond (&lt; 0.5 ms) overhead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